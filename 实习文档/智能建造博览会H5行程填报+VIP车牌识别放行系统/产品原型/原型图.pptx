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08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512445"/>
            <a:ext cx="7429500" cy="5010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155" y="493395"/>
            <a:ext cx="4819650" cy="5029200"/>
          </a:xfrm>
          <a:prstGeom prst="rect">
            <a:avLst/>
          </a:prstGeom>
        </p:spPr>
      </p:pic>
      <p:cxnSp>
        <p:nvCxnSpPr>
          <p:cNvPr id="20" name="直接箭头连接符 19"/>
          <p:cNvCxnSpPr/>
          <p:nvPr/>
        </p:nvCxnSpPr>
        <p:spPr>
          <a:xfrm>
            <a:off x="4610100" y="3259455"/>
            <a:ext cx="786130" cy="156781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9601835" y="4616450"/>
            <a:ext cx="784225" cy="53594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肘形连接符 2"/>
          <p:cNvCxnSpPr/>
          <p:nvPr/>
        </p:nvCxnSpPr>
        <p:spPr>
          <a:xfrm rot="16200000">
            <a:off x="1371600" y="2221230"/>
            <a:ext cx="2204720" cy="1004570"/>
          </a:xfrm>
          <a:prstGeom prst="bentConnector3">
            <a:avLst>
              <a:gd name="adj1" fmla="val 49971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肘形连接符 4"/>
          <p:cNvCxnSpPr/>
          <p:nvPr/>
        </p:nvCxnSpPr>
        <p:spPr>
          <a:xfrm>
            <a:off x="1436370" y="3924300"/>
            <a:ext cx="1539875" cy="1223645"/>
          </a:xfrm>
          <a:prstGeom prst="bentConnector3">
            <a:avLst>
              <a:gd name="adj1" fmla="val 742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肘形连接符 6"/>
          <p:cNvCxnSpPr/>
          <p:nvPr/>
        </p:nvCxnSpPr>
        <p:spPr>
          <a:xfrm>
            <a:off x="6985635" y="4803775"/>
            <a:ext cx="1464945" cy="323215"/>
          </a:xfrm>
          <a:prstGeom prst="bentConnector3">
            <a:avLst>
              <a:gd name="adj1" fmla="val 31816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257425" y="2713990"/>
            <a:ext cx="672465" cy="19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"/>
              <a:t>先搜索</a:t>
            </a:r>
            <a:r>
              <a:rPr lang="zh-CN" altLang="en-US" sz="600"/>
              <a:t>人名</a:t>
            </a:r>
            <a:endParaRPr lang="zh-CN" altLang="en-US" sz="600"/>
          </a:p>
        </p:txBody>
      </p:sp>
      <p:sp>
        <p:nvSpPr>
          <p:cNvPr id="9" name="文本框 8"/>
          <p:cNvSpPr txBox="1"/>
          <p:nvPr/>
        </p:nvSpPr>
        <p:spPr>
          <a:xfrm>
            <a:off x="1584960" y="4929505"/>
            <a:ext cx="672465" cy="19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"/>
              <a:t>直接输入</a:t>
            </a:r>
            <a:r>
              <a:rPr lang="zh-CN" altLang="en-US" sz="600"/>
              <a:t>信息</a:t>
            </a:r>
            <a:endParaRPr lang="zh-CN" altLang="en-US"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430" y="971550"/>
            <a:ext cx="2486025" cy="5000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705" y="229870"/>
            <a:ext cx="1803400" cy="33299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835" y="229870"/>
            <a:ext cx="3731895" cy="333057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H="1">
            <a:off x="4507230" y="2312670"/>
            <a:ext cx="757555" cy="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845" y="277495"/>
            <a:ext cx="1736090" cy="33559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785" y="3505835"/>
            <a:ext cx="3620770" cy="344170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6049010" y="2196465"/>
            <a:ext cx="13335" cy="146240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肘形连接符 2"/>
          <p:cNvCxnSpPr/>
          <p:nvPr/>
        </p:nvCxnSpPr>
        <p:spPr>
          <a:xfrm rot="16200000">
            <a:off x="2065655" y="2280285"/>
            <a:ext cx="2132330" cy="1482090"/>
          </a:xfrm>
          <a:prstGeom prst="bentConnector3">
            <a:avLst>
              <a:gd name="adj1" fmla="val 49970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/>
          <p:nvPr/>
        </p:nvCxnSpPr>
        <p:spPr>
          <a:xfrm rot="5400000" flipV="1">
            <a:off x="6256655" y="2400300"/>
            <a:ext cx="1472565" cy="847090"/>
          </a:xfrm>
          <a:prstGeom prst="bentConnector3">
            <a:avLst>
              <a:gd name="adj1" fmla="val 1142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558155" y="2725420"/>
            <a:ext cx="6724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"/>
              <a:t>VIP</a:t>
            </a:r>
            <a:r>
              <a:rPr lang="zh-CN" altLang="en-US" sz="600"/>
              <a:t>车辆</a:t>
            </a:r>
            <a:endParaRPr lang="zh-CN" altLang="en-US" sz="600"/>
          </a:p>
        </p:txBody>
      </p:sp>
      <p:sp>
        <p:nvSpPr>
          <p:cNvPr id="17" name="文本框 16"/>
          <p:cNvSpPr txBox="1"/>
          <p:nvPr/>
        </p:nvSpPr>
        <p:spPr>
          <a:xfrm>
            <a:off x="7340600" y="2725420"/>
            <a:ext cx="6724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/>
              <a:t>普通</a:t>
            </a:r>
            <a:r>
              <a:rPr lang="zh-CN" altLang="en-US" sz="600"/>
              <a:t>车辆</a:t>
            </a:r>
            <a:endParaRPr lang="zh-CN" altLang="en-US" sz="600"/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4703445" y="1682115"/>
            <a:ext cx="529590" cy="381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752975" y="1711325"/>
            <a:ext cx="6724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/>
              <a:t>识别成功</a:t>
            </a:r>
            <a:endParaRPr lang="zh-CN" altLang="en-US" sz="600"/>
          </a:p>
        </p:txBody>
      </p:sp>
      <p:cxnSp>
        <p:nvCxnSpPr>
          <p:cNvPr id="20" name="肘形连接符 19"/>
          <p:cNvCxnSpPr>
            <a:stCxn id="5" idx="0"/>
          </p:cNvCxnSpPr>
          <p:nvPr/>
        </p:nvCxnSpPr>
        <p:spPr>
          <a:xfrm rot="16200000" flipH="1">
            <a:off x="5445760" y="-1214120"/>
            <a:ext cx="409575" cy="3297555"/>
          </a:xfrm>
          <a:prstGeom prst="bentConnector4">
            <a:avLst>
              <a:gd name="adj1" fmla="val -37054"/>
              <a:gd name="adj2" fmla="val 99980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314315" y="79375"/>
            <a:ext cx="672465" cy="19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"/>
              <a:t>识别</a:t>
            </a:r>
            <a:r>
              <a:rPr lang="zh-CN" altLang="en-US" sz="600"/>
              <a:t>失败</a:t>
            </a:r>
            <a:endParaRPr lang="zh-CN" altLang="en-US" sz="600"/>
          </a:p>
        </p:txBody>
      </p:sp>
      <p:cxnSp>
        <p:nvCxnSpPr>
          <p:cNvPr id="23" name="肘形连接符 22"/>
          <p:cNvCxnSpPr/>
          <p:nvPr/>
        </p:nvCxnSpPr>
        <p:spPr>
          <a:xfrm flipV="1">
            <a:off x="8338820" y="1536700"/>
            <a:ext cx="561340" cy="535305"/>
          </a:xfrm>
          <a:prstGeom prst="bentConnector3">
            <a:avLst>
              <a:gd name="adj1" fmla="val 50113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WPS 演示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方媛</dc:creator>
  <cp:lastModifiedBy>方媛</cp:lastModifiedBy>
  <cp:revision>6</cp:revision>
  <dcterms:created xsi:type="dcterms:W3CDTF">2023-08-09T12:44:00Z</dcterms:created>
  <dcterms:modified xsi:type="dcterms:W3CDTF">2026-07-27T03:45:01Z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DAC4C10C02DF4D5B82B9547F57A337F1_12</vt:lpwstr>
  </property>
</Properties>
</file>